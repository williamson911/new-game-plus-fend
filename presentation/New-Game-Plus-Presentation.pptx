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657600" cy="19898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657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2AA4C"/>
                </a:solidFill>
                <a:latin typeface="Calibri"/>
              </a:rPr>
              <a:t>Le marché de l'occasion pour tes jeux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5DFD2"/>
                </a:solidFill>
                <a:latin typeface="Calibri"/>
              </a:rPr>
              <a:t>Une plateforme pour acheter et vendre des jeux vidéo d'occasion entre particuliers.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83480"/>
            <a:ext cx="3236976" cy="502920"/>
          </a:xfrm>
          <a:prstGeom prst="roundRect">
            <a:avLst>
              <a:gd name="adj" fmla="val 50000"/>
            </a:avLst>
          </a:prstGeom>
          <a:solidFill>
            <a:srgbClr val="2A2235"/>
          </a:solidFill>
          <a:ln w="12700">
            <a:solidFill>
              <a:srgbClr val="F2A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— Spring Boot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4983480"/>
            <a:ext cx="2852928" cy="502920"/>
          </a:xfrm>
          <a:prstGeom prst="roundRect">
            <a:avLst>
              <a:gd name="adj" fmla="val 50000"/>
            </a:avLst>
          </a:prstGeom>
          <a:solidFill>
            <a:srgbClr val="2A2235"/>
          </a:solidFill>
          <a:ln w="12700">
            <a:solidFill>
              <a:srgbClr val="F2A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Frontend — 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0064" y="4983480"/>
            <a:ext cx="2724912" cy="502920"/>
          </a:xfrm>
          <a:prstGeom prst="roundRect">
            <a:avLst>
              <a:gd name="adj" fmla="val 50000"/>
            </a:avLst>
          </a:prstGeom>
          <a:solidFill>
            <a:srgbClr val="2A2235"/>
          </a:solidFill>
          <a:ln w="12700">
            <a:solidFill>
              <a:srgbClr val="F2A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Paiement — Stripe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PAGE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Trois sections pour découvrir le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Derniers arrivages — les annonces les plus récentes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Pépites — une sélection mise en avant (détail plus loin)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Petits prix — les bonnes affaires du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0-14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30" y="1527048"/>
            <a:ext cx="4888675" cy="4809744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PARCOURS D'ACHAT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De la carte du jeu à la fiche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Clic sur le bouton « Voir » depuis la carte du jeu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État du jeu, vendeur et description détaillée (boîte, notice...)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Un clic sur le vendeur ouvre sa boutique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Ajout au panier directement depuis la 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4-34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196832"/>
            <a:ext cx="6622999" cy="3470175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PANIER &amp; LIVRAISON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Domicile ou point relais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Panier simple avant validation de la commande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Choix domicile ou point relais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Grille tarifaire reprise de Mondial Relay, basée sur le poids du colis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5-00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691484"/>
            <a:ext cx="6622999" cy="4480872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PAIEMENT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Le paiement est géré par Stripe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Redirection vers la page de paiement Stripe sécurisée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Carte, Bancontact et autres moyens de paiement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Un webhook Stripe confirme le paiement et fait passer la commande de PENDING à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7-21 environnement de test Technifu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717355"/>
            <a:ext cx="6622999" cy="4429130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Retrouver tous les jeux en vente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Vue d'ensemble de toutes les annonces actives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Recherche par nom de jeu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Filtres par genre, plateforme et fourchette de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0-35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86" y="1527048"/>
            <a:ext cx="4850162" cy="4809744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MY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Créer sa boutique et gérer ses ventes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Création et accès à sa propre boutique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Gestion des annonces : prix, disponibilité, suppression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Suivi des commandes reçues juste à côté, avec mise à jour du statut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45-10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10" y="1527048"/>
            <a:ext cx="4378714" cy="4809744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MY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Créer une annonce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Recherche du jeu via l'API IGDB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Réseau Technifutur bloquant l'accès à l'API — jeux pré-remplis en base pour la démo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Prix, état et description libre (complétude, boîte, notice...)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2-35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310665"/>
            <a:ext cx="6622999" cy="3242509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MON COMPTE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Profil et porte-monnaie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Informations personnelles et mot de passe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Si vendeur : porte-monnaie avec le solde des ventes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Retrait des gains, commission de plateforme de 10 %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13-04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74201"/>
            <a:ext cx="6622999" cy="4715437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MON COMPTE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Suivre ses commandes en tant qu'acheteur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Historique des commandes passées, groupées par boutique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Détail livraison, adresse et total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Annulation possible tant que la commande est 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23-06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151989"/>
            <a:ext cx="6622999" cy="3559861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A4C"/>
                </a:solidFill>
                <a:latin typeface="Calibri"/>
              </a:rPr>
              <a:t>ESPACE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Vue d'ensemble et curation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114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Liste de toutes les annonces publiées, tous vendeurs confondus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Recherche et filtres identiques à la page Market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F25C54"/>
                </a:solidFill>
                <a:latin typeface="Calibri"/>
              </a:rPr>
              <a:t>+  </a:t>
            </a:r>
            <a:r>
              <a:rPr sz="1500">
                <a:solidFill>
                  <a:srgbClr val="1A1422"/>
                </a:solidFill>
                <a:latin typeface="Calibri"/>
              </a:rPr>
              <a:t>Sélection des pépites mises en avant sur l'accueil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417320"/>
            <a:ext cx="6842455" cy="5029200"/>
          </a:xfrm>
          <a:prstGeom prst="roundRect">
            <a:avLst>
              <a:gd name="adj" fmla="val 3000"/>
            </a:avLst>
          </a:prstGeom>
          <a:solidFill>
            <a:srgbClr val="FFF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08 at 20-52-05 NewGamePlus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938" y="1527048"/>
            <a:ext cx="6218658" cy="4809744"/>
          </a:xfrm>
          <a:prstGeom prst="rect">
            <a:avLst/>
          </a:prstGeom>
          <a:ln w="9525">
            <a:solidFill>
              <a:srgbClr val="DDD5C5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A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103120"/>
            <a:ext cx="685953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0632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F2AA4C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